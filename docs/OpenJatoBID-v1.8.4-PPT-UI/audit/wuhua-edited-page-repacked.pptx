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90E0E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部门汇报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内部展示 · 内容替换测试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00B4D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